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AA6F4-6397-1143-07FB-FCC6672D04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290089-2461-CA9B-F8B3-38B5799A75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83A93-2418-DC43-4001-6DDD222AC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9CBD-7B76-4620-9789-EBFD3C0EF09B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DC8A9-72E4-1190-4B1E-35898AAF5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E8500-39BC-BD4C-580F-7CE4DCEAD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43A8-034F-43B2-9C31-149392921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490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C8F33-7CAA-9B86-5517-BB97F804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B2901-C3C9-FB7B-56EE-4B71F5853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DF380-0E94-4D6A-0193-81097D80D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9CBD-7B76-4620-9789-EBFD3C0EF09B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C17C5-B3AD-BE53-C73F-1648B6CEE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68561-85BF-ED35-2BB3-2416E92C3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43A8-034F-43B2-9C31-149392921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8332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D152F-63D8-7299-3DB4-279D0EDE5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5DFD35-5351-9179-AD62-6FE8C5F01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C5104-44D2-4F89-E993-C6F97A59A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9CBD-7B76-4620-9789-EBFD3C0EF09B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47701-265A-F9DE-601A-D53753351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FAD48-1557-A296-0700-D685F61D4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43A8-034F-43B2-9C31-149392921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887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77820-9AF0-E0BC-8FED-F7BDCDA9F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6FB12-C95B-9FEB-CD82-C48CAFE66B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2472EC-13B6-B830-B1E9-EA63660FB8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AC4A28-28D5-998F-9E66-2B6518630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9CBD-7B76-4620-9789-EBFD3C0EF09B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97E80A-CDAA-33B6-0D8C-12C72AE69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B265F8-38E5-1FAD-EB3E-8481EB3F6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43A8-034F-43B2-9C31-149392921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361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5D0A2-E1CE-C243-8BF0-C974C33CE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A1343B-5DD4-0BA2-D0E7-30FFE1763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799968-22AB-5293-D196-CFF36DA2D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454E3B-AD48-3ACA-5851-27F93B7DF6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E5B8B5-278E-EC22-51D4-01EF8A839A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A0D5FE-2C13-36B8-D825-B0A9B551E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9CBD-7B76-4620-9789-EBFD3C0EF09B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170EB0-4FFE-2085-284B-3CD3E8A48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B6C37C-2445-7365-A5A3-E0D54F51F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43A8-034F-43B2-9C31-149392921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908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BC3B5-1D5C-A02F-F8D6-A6C39342C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F65550-36B3-376C-84B5-A67004477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9CBD-7B76-4620-9789-EBFD3C0EF09B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3A1C1E-B33F-02CF-A495-0B03AD224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B5545D-C1E8-9977-24BF-EAE50E60E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43A8-034F-43B2-9C31-149392921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7919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4F8719-2516-9619-F7C6-C043B77F7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9CBD-7B76-4620-9789-EBFD3C0EF09B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AC2474-FE7F-A73C-EA5C-C559CF9CE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A0471-9B8D-3C8F-578A-FFFFEE1E9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43A8-034F-43B2-9C31-149392921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888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EABD3-C48B-9BED-ED10-C198ADF8F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C19EB-4909-772E-D1E9-13E90DD3D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D452BE-CF58-11D0-62D7-433D45F2C2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DF7B65-B397-E975-985C-F434E7C87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9CBD-7B76-4620-9789-EBFD3C0EF09B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A12452-442E-CE2E-A5E6-B0F29A91E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40181-BA44-3820-07C5-6F99CEE52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43A8-034F-43B2-9C31-149392921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516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4CA00-1859-EC2F-E099-B02670B0C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A7F688-96CB-3EF1-2413-594B6833C2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CC2DA7-A7AA-7E65-0FCE-362DA6284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3398D-22CE-57E7-85FB-8A9BB91D1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9CBD-7B76-4620-9789-EBFD3C0EF09B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1A3A9B-E295-70A0-154E-662F4A680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3CC5C7-D0F6-28D1-8BE3-9162A8048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43A8-034F-43B2-9C31-149392921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914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ABF90-6F28-6CEA-BA8E-29A90140C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05141E-DBF5-551F-5276-5C3F3E4F35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A41FC-A3D1-0907-80A5-A0ED4D99B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9CBD-7B76-4620-9789-EBFD3C0EF09B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DD173-7E06-0CB9-5FC6-73832C13B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F7068-2C6D-A092-9EF5-63F70B986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43A8-034F-43B2-9C31-149392921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7415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3B7B4E-41F7-82EC-8BBB-91147E357F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73789F-CA48-0992-848F-5FB11D9E39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7DDDA-7626-20CB-9B4F-69D5102FD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9CBD-7B76-4620-9789-EBFD3C0EF09B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32340-B5F5-E85E-3FAA-0B9CC7FFC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A82B7-A454-7F6D-683D-2D8A219C4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43A8-034F-43B2-9C31-149392921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347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065432-6BA2-9037-4587-9BEE986C4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7C3FF-3E46-3BFC-DD07-28FED3A17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120EC-C516-7308-A6F7-77C2B44497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99CBD-7B76-4620-9789-EBFD3C0EF09B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E33E8-32C9-6DD1-2641-8DE308890B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ABBF7-9E5C-C761-AF34-C9FD7333F5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3343A8-034F-43B2-9C31-149392921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371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nodejs.org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.visualstudio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ostman.com/downloads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-scm.com/download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E3196-6A07-104B-2D3F-7541C5DAC4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FSD lab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4EF9EF-695B-70D6-1624-4E1A6AEE20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18</a:t>
            </a:r>
            <a:r>
              <a:rPr lang="en-IN" baseline="30000" dirty="0"/>
              <a:t>th</a:t>
            </a:r>
            <a:r>
              <a:rPr lang="en-IN" dirty="0"/>
              <a:t> July 2026</a:t>
            </a:r>
          </a:p>
        </p:txBody>
      </p:sp>
    </p:spTree>
    <p:extLst>
      <p:ext uri="{BB962C8B-B14F-4D97-AF65-F5344CB8AC3E}">
        <p14:creationId xmlns:p14="http://schemas.microsoft.com/office/powerpoint/2010/main" val="2591628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238F3-5BC9-E567-4E2B-444EBF68F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Install Node.js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DE546-1C5F-4218-FD21-08B4DCC36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1: Install Node.js</a:t>
            </a:r>
          </a:p>
          <a:p>
            <a:pPr marL="0" indent="0">
              <a:buNone/>
            </a:pPr>
            <a:r>
              <a:rPr lang="en-US" dirty="0"/>
              <a:t>	visit </a:t>
            </a:r>
            <a:r>
              <a:rPr lang="en-US" dirty="0">
                <a:hlinkClick r:id="rId2"/>
              </a:rPr>
              <a:t>https://nodejs.org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Download the LTS (Long-Term Support) version.</a:t>
            </a:r>
          </a:p>
          <a:p>
            <a:r>
              <a:rPr lang="en-US" dirty="0"/>
              <a:t>Step 2: Verify Node.js Installation</a:t>
            </a:r>
          </a:p>
          <a:p>
            <a:pPr marL="0" indent="0">
              <a:buNone/>
            </a:pPr>
            <a:r>
              <a:rPr lang="en-US" dirty="0"/>
              <a:t>	node -v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npm</a:t>
            </a:r>
            <a:r>
              <a:rPr lang="en-US" dirty="0"/>
              <a:t> -v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9223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14D59-26F2-3287-3D53-AE3052957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Visual Studio Code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74327-E6A9-8C33-D2AA-E0EC1C0B8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Download </a:t>
            </a:r>
            <a:r>
              <a:rPr lang="en-US" dirty="0">
                <a:hlinkClick r:id="rId2"/>
              </a:rPr>
              <a:t>https://code.visualstudio.com/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9649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C2CCC-4450-9DF2-C882-08306FEFA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Postman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C2B61-F075-95C4-CAED-DD2B54D4C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Download from: </a:t>
            </a:r>
            <a:r>
              <a:rPr lang="en-US" dirty="0">
                <a:hlinkClick r:id="rId2"/>
              </a:rPr>
              <a:t>https://www.postman.com/downloads/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9816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21B6F-68F3-1E67-594C-24EFCBE95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Git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B0A4A-1662-36BD-FA43-15FB0D41C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Download from: </a:t>
            </a:r>
            <a:r>
              <a:rPr lang="en-US" dirty="0">
                <a:hlinkClick r:id="rId2"/>
              </a:rPr>
              <a:t>https://git-scm.com/downloads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6268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ADF9A-F40F-C02C-F17F-59CF54EAD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BF28C-EDA4-9A20-8659-4E95E277B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Project Folder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r>
              <a:rPr lang="en-US" dirty="0"/>
              <a:t>Open the Folder in VS Code (Try using git repo, if possible)</a:t>
            </a:r>
          </a:p>
          <a:p>
            <a:endParaRPr lang="en-US" dirty="0"/>
          </a:p>
          <a:p>
            <a:r>
              <a:rPr lang="en-IN" dirty="0"/>
              <a:t>Initialize a Node Project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npm</a:t>
            </a:r>
            <a:r>
              <a:rPr lang="en-IN" dirty="0"/>
              <a:t> </a:t>
            </a:r>
            <a:r>
              <a:rPr lang="en-IN" dirty="0" err="1"/>
              <a:t>init</a:t>
            </a:r>
            <a:r>
              <a:rPr lang="en-IN" dirty="0"/>
              <a:t> -y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npm</a:t>
            </a:r>
            <a:r>
              <a:rPr lang="en-IN" dirty="0"/>
              <a:t> install express</a:t>
            </a:r>
          </a:p>
        </p:txBody>
      </p:sp>
    </p:spTree>
    <p:extLst>
      <p:ext uri="{BB962C8B-B14F-4D97-AF65-F5344CB8AC3E}">
        <p14:creationId xmlns:p14="http://schemas.microsoft.com/office/powerpoint/2010/main" val="310703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A5A9-2D5F-2442-69A5-714A5B44C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Setup server, create a file app.js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4E9C7-EA60-DA59-44F7-6EDF1100A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express = require("express");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app = express();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app.use</a:t>
            </a:r>
            <a:r>
              <a:rPr lang="en-IN" dirty="0"/>
              <a:t>(</a:t>
            </a:r>
            <a:r>
              <a:rPr lang="en-IN" dirty="0" err="1"/>
              <a:t>express.json</a:t>
            </a:r>
            <a:r>
              <a:rPr lang="en-IN" dirty="0"/>
              <a:t>());   // To read JSON data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PORT = 3000;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app.listen</a:t>
            </a:r>
            <a:r>
              <a:rPr lang="en-IN" dirty="0"/>
              <a:t>(PORT, () =&gt; {</a:t>
            </a:r>
          </a:p>
          <a:p>
            <a:pPr marL="0" indent="0">
              <a:buNone/>
            </a:pPr>
            <a:r>
              <a:rPr lang="en-IN" dirty="0"/>
              <a:t>    console.log(`Server running on http://localhost:${PORT}`);</a:t>
            </a:r>
          </a:p>
          <a:p>
            <a:pPr marL="0" indent="0">
              <a:buNone/>
            </a:pPr>
            <a:r>
              <a:rPr lang="en-IN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1978745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2DC6C-CE8F-032A-75C7-D7C21CD81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Define a Route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274AC-AA41-5077-CC6D-01E6E4EDA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express = require("express");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app = express();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app.get</a:t>
            </a:r>
            <a:r>
              <a:rPr lang="en-IN" dirty="0"/>
              <a:t>("/", (</a:t>
            </a:r>
            <a:r>
              <a:rPr lang="en-IN" dirty="0" err="1"/>
              <a:t>req</a:t>
            </a:r>
            <a:r>
              <a:rPr lang="en-IN" dirty="0"/>
              <a:t>, res) =&gt;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res.send</a:t>
            </a:r>
            <a:r>
              <a:rPr lang="en-IN" dirty="0"/>
              <a:t>("Welcome to Express JS");</a:t>
            </a:r>
          </a:p>
          <a:p>
            <a:pPr marL="0" indent="0">
              <a:buNone/>
            </a:pPr>
            <a:r>
              <a:rPr lang="en-IN" dirty="0"/>
              <a:t>});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app.listen</a:t>
            </a:r>
            <a:r>
              <a:rPr lang="en-IN" dirty="0"/>
              <a:t>(3000, () =&gt; {</a:t>
            </a:r>
          </a:p>
          <a:p>
            <a:pPr marL="0" indent="0">
              <a:buNone/>
            </a:pPr>
            <a:r>
              <a:rPr lang="en-IN" dirty="0"/>
              <a:t>    console.log("Server Started");</a:t>
            </a:r>
          </a:p>
          <a:p>
            <a:pPr marL="0" indent="0">
              <a:buNone/>
            </a:pPr>
            <a:r>
              <a:rPr lang="en-IN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2680614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E2BFF-0B49-6E6B-4A61-C609249EB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Multiple Routes (Handling Routes)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CCA02-9BD0-55D0-40A0-4B27B4EA2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0981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express = require("express");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app = express();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app.get("/", (</a:t>
            </a:r>
            <a:r>
              <a:rPr lang="en-IN" dirty="0" err="1"/>
              <a:t>req</a:t>
            </a:r>
            <a:r>
              <a:rPr lang="en-IN" dirty="0"/>
              <a:t>, res) =&gt;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res.send</a:t>
            </a:r>
            <a:r>
              <a:rPr lang="en-IN" dirty="0"/>
              <a:t>("Home Page");</a:t>
            </a:r>
          </a:p>
          <a:p>
            <a:pPr marL="0" indent="0">
              <a:buNone/>
            </a:pPr>
            <a:r>
              <a:rPr lang="en-IN" dirty="0"/>
              <a:t>});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app.get("/student", (</a:t>
            </a:r>
            <a:r>
              <a:rPr lang="en-IN" dirty="0" err="1"/>
              <a:t>req</a:t>
            </a:r>
            <a:r>
              <a:rPr lang="en-IN" dirty="0"/>
              <a:t>, res) =&gt;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res.send</a:t>
            </a:r>
            <a:r>
              <a:rPr lang="en-IN" dirty="0"/>
              <a:t>("Student Page");</a:t>
            </a:r>
          </a:p>
          <a:p>
            <a:pPr marL="0" indent="0">
              <a:buNone/>
            </a:pPr>
            <a:r>
              <a:rPr lang="en-IN" dirty="0"/>
              <a:t>});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app.get("/teacher", (</a:t>
            </a:r>
            <a:r>
              <a:rPr lang="en-IN" dirty="0" err="1"/>
              <a:t>req</a:t>
            </a:r>
            <a:r>
              <a:rPr lang="en-IN" dirty="0"/>
              <a:t>, res) =&gt;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res.send</a:t>
            </a:r>
            <a:r>
              <a:rPr lang="en-IN" dirty="0"/>
              <a:t>("Teacher Page");</a:t>
            </a:r>
          </a:p>
          <a:p>
            <a:pPr marL="0" indent="0">
              <a:buNone/>
            </a:pPr>
            <a:r>
              <a:rPr lang="en-IN" dirty="0"/>
              <a:t>});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app.listen(3000);</a:t>
            </a:r>
          </a:p>
        </p:txBody>
      </p:sp>
    </p:spTree>
    <p:extLst>
      <p:ext uri="{BB962C8B-B14F-4D97-AF65-F5344CB8AC3E}">
        <p14:creationId xmlns:p14="http://schemas.microsoft.com/office/powerpoint/2010/main" val="35572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AAE4A-23A8-E7C9-27C7-B793E3755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Route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24392-D562-7110-B300-AF22ECD3E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express = require("express");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app = express();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app.get("/student/:id", (</a:t>
            </a:r>
            <a:r>
              <a:rPr lang="en-IN" dirty="0" err="1"/>
              <a:t>req</a:t>
            </a:r>
            <a:r>
              <a:rPr lang="en-IN" dirty="0"/>
              <a:t>, res) =&gt;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const</a:t>
            </a:r>
            <a:r>
              <a:rPr lang="en-IN" dirty="0"/>
              <a:t> id = req.params.id;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res.send</a:t>
            </a:r>
            <a:r>
              <a:rPr lang="en-IN" dirty="0"/>
              <a:t>("Student ID = " + id);</a:t>
            </a:r>
          </a:p>
          <a:p>
            <a:pPr marL="0" indent="0">
              <a:buNone/>
            </a:pPr>
            <a:r>
              <a:rPr lang="en-IN" dirty="0"/>
              <a:t>});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app.listen(3000);</a:t>
            </a:r>
          </a:p>
        </p:txBody>
      </p:sp>
    </p:spTree>
    <p:extLst>
      <p:ext uri="{BB962C8B-B14F-4D97-AF65-F5344CB8AC3E}">
        <p14:creationId xmlns:p14="http://schemas.microsoft.com/office/powerpoint/2010/main" val="3949011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4C9C6-63DF-CE8A-5FDE-DBAF4D3D9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Query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71599-4EFA-CA25-35E4-0DD9FA165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express = require("express");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app = express();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app.get("/search", (</a:t>
            </a:r>
            <a:r>
              <a:rPr lang="en-IN" dirty="0" err="1"/>
              <a:t>req</a:t>
            </a:r>
            <a:r>
              <a:rPr lang="en-IN" dirty="0"/>
              <a:t>, res) =&gt;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const</a:t>
            </a:r>
            <a:r>
              <a:rPr lang="en-IN" dirty="0"/>
              <a:t> name = req.query.name;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const</a:t>
            </a:r>
            <a:r>
              <a:rPr lang="en-IN" dirty="0"/>
              <a:t> city = </a:t>
            </a:r>
            <a:r>
              <a:rPr lang="en-IN" dirty="0" err="1"/>
              <a:t>req.query.book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res.send(`Name : ${name}, Book : ${city}`);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});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app.listen(3000);</a:t>
            </a:r>
          </a:p>
        </p:txBody>
      </p:sp>
    </p:spTree>
    <p:extLst>
      <p:ext uri="{BB962C8B-B14F-4D97-AF65-F5344CB8AC3E}">
        <p14:creationId xmlns:p14="http://schemas.microsoft.com/office/powerpoint/2010/main" val="2896980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24ED5-2B25-0302-9932-DCF44D35A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URL Building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DA789-CC89-FC5E-FD45-3A260C842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express = require("express");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app = express();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app.get("/student/:id/search", (</a:t>
            </a:r>
            <a:r>
              <a:rPr lang="en-IN" dirty="0" err="1"/>
              <a:t>req</a:t>
            </a:r>
            <a:r>
              <a:rPr lang="en-IN" dirty="0"/>
              <a:t>, res) =&gt;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const</a:t>
            </a:r>
            <a:r>
              <a:rPr lang="en-IN" dirty="0"/>
              <a:t> id = req.params.id; 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bookname</a:t>
            </a:r>
            <a:r>
              <a:rPr lang="en-IN" dirty="0"/>
              <a:t> = </a:t>
            </a:r>
            <a:r>
              <a:rPr lang="en-IN" dirty="0" err="1"/>
              <a:t>req.query.bookname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res.send("Student ID = " + id + ", Searching for the Book   = " + </a:t>
            </a:r>
            <a:r>
              <a:rPr lang="en-IN" dirty="0" err="1"/>
              <a:t>bookname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});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app.listen(3000);</a:t>
            </a:r>
          </a:p>
        </p:txBody>
      </p:sp>
    </p:spTree>
    <p:extLst>
      <p:ext uri="{BB962C8B-B14F-4D97-AF65-F5344CB8AC3E}">
        <p14:creationId xmlns:p14="http://schemas.microsoft.com/office/powerpoint/2010/main" val="149003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77B85-E317-945E-168D-D4CFADBF3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HTTP GET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3F0AD-29D5-E484-0341-C6B0F3163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express = require("express");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app = express();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let students = [</a:t>
            </a:r>
          </a:p>
          <a:p>
            <a:pPr marL="0" indent="0">
              <a:buNone/>
            </a:pPr>
            <a:r>
              <a:rPr lang="en-IN" dirty="0"/>
              <a:t>    {id:1,name:"Ravi"},</a:t>
            </a:r>
          </a:p>
          <a:p>
            <a:pPr marL="0" indent="0">
              <a:buNone/>
            </a:pPr>
            <a:r>
              <a:rPr lang="en-IN" dirty="0"/>
              <a:t>    {id:2,name:"Kiran"}</a:t>
            </a:r>
          </a:p>
          <a:p>
            <a:pPr marL="0" indent="0">
              <a:buNone/>
            </a:pPr>
            <a:r>
              <a:rPr lang="en-IN" dirty="0"/>
              <a:t>];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app.get("/students",(</a:t>
            </a:r>
            <a:r>
              <a:rPr lang="en-IN" dirty="0" err="1"/>
              <a:t>req,res</a:t>
            </a:r>
            <a:r>
              <a:rPr lang="en-IN" dirty="0"/>
              <a:t>)=&gt;{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res.json</a:t>
            </a:r>
            <a:r>
              <a:rPr lang="en-IN" dirty="0"/>
              <a:t>(students);</a:t>
            </a:r>
          </a:p>
          <a:p>
            <a:pPr marL="0" indent="0">
              <a:buNone/>
            </a:pPr>
            <a:r>
              <a:rPr lang="en-IN" dirty="0"/>
              <a:t>});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app.listen(3000);</a:t>
            </a:r>
          </a:p>
        </p:txBody>
      </p:sp>
    </p:spTree>
    <p:extLst>
      <p:ext uri="{BB962C8B-B14F-4D97-AF65-F5344CB8AC3E}">
        <p14:creationId xmlns:p14="http://schemas.microsoft.com/office/powerpoint/2010/main" val="2509308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E9C6E-BD3D-C606-01F4-28F414FC8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HTTP POST Method (Accept Data)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6DFFD-9241-B335-A9BC-34EB5B8BA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express = require("express");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app = express();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app.use</a:t>
            </a:r>
            <a:r>
              <a:rPr lang="en-IN" dirty="0"/>
              <a:t>(</a:t>
            </a:r>
            <a:r>
              <a:rPr lang="en-IN" dirty="0" err="1"/>
              <a:t>express.json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let students=[];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app.post</a:t>
            </a:r>
            <a:r>
              <a:rPr lang="en-IN" dirty="0"/>
              <a:t>("/students",(</a:t>
            </a:r>
            <a:r>
              <a:rPr lang="en-IN" dirty="0" err="1"/>
              <a:t>req,res</a:t>
            </a:r>
            <a:r>
              <a:rPr lang="en-IN" dirty="0"/>
              <a:t>)=&gt;{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students.push</a:t>
            </a:r>
            <a:r>
              <a:rPr lang="en-IN" dirty="0"/>
              <a:t>(</a:t>
            </a:r>
            <a:r>
              <a:rPr lang="en-IN" dirty="0" err="1"/>
              <a:t>req.body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res.json</a:t>
            </a:r>
            <a:r>
              <a:rPr lang="en-IN" dirty="0"/>
              <a:t>({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message:"Student</a:t>
            </a:r>
            <a:r>
              <a:rPr lang="en-IN" dirty="0"/>
              <a:t> Added",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data:students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});</a:t>
            </a:r>
          </a:p>
          <a:p>
            <a:pPr marL="0" indent="0">
              <a:buNone/>
            </a:pPr>
            <a:r>
              <a:rPr lang="en-IN" dirty="0"/>
              <a:t>});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app.listen(3000);</a:t>
            </a:r>
          </a:p>
        </p:txBody>
      </p:sp>
    </p:spTree>
    <p:extLst>
      <p:ext uri="{BB962C8B-B14F-4D97-AF65-F5344CB8AC3E}">
        <p14:creationId xmlns:p14="http://schemas.microsoft.com/office/powerpoint/2010/main" val="2786799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71600-46DB-F10F-1206-2AC3CE0E7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Hit the API from </a:t>
            </a:r>
            <a:r>
              <a:rPr lang="en-IN" dirty="0" err="1"/>
              <a:t>psotman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16F31-D3B3-64BB-E063-1F89F655D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/>
              <a:t>POST:http</a:t>
            </a:r>
            <a:r>
              <a:rPr lang="en-IN" dirty="0"/>
              <a:t>://localhost:3000/students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Body</a:t>
            </a:r>
          </a:p>
          <a:p>
            <a:pPr marL="0" indent="0">
              <a:buNone/>
            </a:pPr>
            <a:r>
              <a:rPr lang="en-IN" dirty="0"/>
              <a:t>{    </a:t>
            </a:r>
          </a:p>
          <a:p>
            <a:pPr marL="0" indent="0">
              <a:buNone/>
            </a:pPr>
            <a:r>
              <a:rPr lang="en-IN" dirty="0"/>
              <a:t>	"id":1,    </a:t>
            </a:r>
          </a:p>
          <a:p>
            <a:pPr marL="0" indent="0">
              <a:buNone/>
            </a:pPr>
            <a:r>
              <a:rPr lang="en-IN" dirty="0"/>
              <a:t>	"</a:t>
            </a:r>
            <a:r>
              <a:rPr lang="en-IN" dirty="0" err="1"/>
              <a:t>name":"Ravi</a:t>
            </a:r>
            <a:r>
              <a:rPr lang="en-IN" dirty="0"/>
              <a:t>“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5046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742BE-86F5-2D37-D131-0FF3FCC81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HTTP DELETE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E6AA6-D4E9-0472-8E8E-90068CA07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express = require("express");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app = express();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let students = [</a:t>
            </a:r>
          </a:p>
          <a:p>
            <a:pPr marL="0" indent="0">
              <a:buNone/>
            </a:pPr>
            <a:r>
              <a:rPr lang="en-IN" dirty="0"/>
              <a:t>    {id:1,name:"Ravi"},</a:t>
            </a:r>
          </a:p>
          <a:p>
            <a:pPr marL="0" indent="0">
              <a:buNone/>
            </a:pPr>
            <a:r>
              <a:rPr lang="en-IN" dirty="0"/>
              <a:t>    {id:2,name:"Kiran"}</a:t>
            </a:r>
          </a:p>
          <a:p>
            <a:pPr marL="0" indent="0">
              <a:buNone/>
            </a:pPr>
            <a:r>
              <a:rPr lang="en-IN" dirty="0"/>
              <a:t>];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app.delete</a:t>
            </a:r>
            <a:r>
              <a:rPr lang="en-IN" dirty="0"/>
              <a:t>("/students/:id",(</a:t>
            </a:r>
            <a:r>
              <a:rPr lang="en-IN" dirty="0" err="1"/>
              <a:t>req,res</a:t>
            </a:r>
            <a:r>
              <a:rPr lang="en-IN" dirty="0"/>
              <a:t>)=&gt;{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const</a:t>
            </a:r>
            <a:r>
              <a:rPr lang="en-IN" dirty="0"/>
              <a:t> id=</a:t>
            </a:r>
            <a:r>
              <a:rPr lang="en-IN" dirty="0" err="1"/>
              <a:t>parseInt</a:t>
            </a:r>
            <a:r>
              <a:rPr lang="en-IN" dirty="0"/>
              <a:t>(req.params.id);</a:t>
            </a:r>
          </a:p>
          <a:p>
            <a:pPr marL="0" indent="0">
              <a:buNone/>
            </a:pPr>
            <a:r>
              <a:rPr lang="en-IN" dirty="0"/>
              <a:t>    students=</a:t>
            </a:r>
            <a:r>
              <a:rPr lang="en-IN" dirty="0" err="1"/>
              <a:t>students.filter</a:t>
            </a:r>
            <a:r>
              <a:rPr lang="en-IN" dirty="0"/>
              <a:t>(s=&gt;s.id!==id);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res.json</a:t>
            </a:r>
            <a:r>
              <a:rPr lang="en-IN" dirty="0"/>
              <a:t>(students);</a:t>
            </a:r>
          </a:p>
          <a:p>
            <a:pPr marL="0" indent="0">
              <a:buNone/>
            </a:pPr>
            <a:r>
              <a:rPr lang="en-IN" dirty="0"/>
              <a:t>});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app.listen(3000);</a:t>
            </a:r>
          </a:p>
        </p:txBody>
      </p:sp>
    </p:spTree>
    <p:extLst>
      <p:ext uri="{BB962C8B-B14F-4D97-AF65-F5344CB8AC3E}">
        <p14:creationId xmlns:p14="http://schemas.microsoft.com/office/powerpoint/2010/main" val="27767527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F2782-2165-49D0-A638-716FF8858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Middleware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70558-9AE3-4727-F189-17BC34300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express = require("express");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app = express();</a:t>
            </a:r>
          </a:p>
          <a:p>
            <a:pPr marL="0" indent="0">
              <a:buNone/>
            </a:pPr>
            <a:r>
              <a:rPr lang="en-IN" dirty="0"/>
              <a:t>function logger(</a:t>
            </a:r>
            <a:r>
              <a:rPr lang="en-IN" dirty="0" err="1"/>
              <a:t>req,res,next</a:t>
            </a:r>
            <a:r>
              <a:rPr lang="en-IN" dirty="0"/>
              <a:t>){</a:t>
            </a:r>
          </a:p>
          <a:p>
            <a:pPr marL="0" indent="0">
              <a:buNone/>
            </a:pPr>
            <a:r>
              <a:rPr lang="en-IN" dirty="0"/>
              <a:t>    console.log("Request Received");</a:t>
            </a:r>
          </a:p>
          <a:p>
            <a:pPr marL="0" indent="0">
              <a:buNone/>
            </a:pPr>
            <a:r>
              <a:rPr lang="en-IN" dirty="0"/>
              <a:t>    next();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 err="1"/>
              <a:t>app.use</a:t>
            </a:r>
            <a:r>
              <a:rPr lang="en-IN" dirty="0"/>
              <a:t>(logger);</a:t>
            </a:r>
          </a:p>
          <a:p>
            <a:pPr marL="0" indent="0">
              <a:buNone/>
            </a:pPr>
            <a:r>
              <a:rPr lang="en-IN" dirty="0"/>
              <a:t>app.get("/",(</a:t>
            </a:r>
            <a:r>
              <a:rPr lang="en-IN" dirty="0" err="1"/>
              <a:t>req,res</a:t>
            </a:r>
            <a:r>
              <a:rPr lang="en-IN" dirty="0"/>
              <a:t>)=&gt;{</a:t>
            </a:r>
          </a:p>
          <a:p>
            <a:pPr marL="0" indent="0">
              <a:buNone/>
            </a:pPr>
            <a:r>
              <a:rPr lang="en-IN" dirty="0"/>
              <a:t>    res.send("Home Page");</a:t>
            </a:r>
          </a:p>
          <a:p>
            <a:pPr marL="0" indent="0">
              <a:buNone/>
            </a:pPr>
            <a:r>
              <a:rPr lang="en-IN" dirty="0"/>
              <a:t>});</a:t>
            </a:r>
          </a:p>
          <a:p>
            <a:pPr marL="0" indent="0">
              <a:buNone/>
            </a:pPr>
            <a:r>
              <a:rPr lang="en-IN" dirty="0"/>
              <a:t>app.get("/student",(</a:t>
            </a:r>
            <a:r>
              <a:rPr lang="en-IN" dirty="0" err="1"/>
              <a:t>req,res</a:t>
            </a:r>
            <a:r>
              <a:rPr lang="en-IN" dirty="0"/>
              <a:t>)=&gt;{</a:t>
            </a:r>
          </a:p>
          <a:p>
            <a:pPr marL="0" indent="0">
              <a:buNone/>
            </a:pPr>
            <a:r>
              <a:rPr lang="en-IN" dirty="0"/>
              <a:t>    res.send("Student Page");</a:t>
            </a:r>
          </a:p>
          <a:p>
            <a:pPr marL="0" indent="0">
              <a:buNone/>
            </a:pPr>
            <a:r>
              <a:rPr lang="en-IN" dirty="0"/>
              <a:t>});</a:t>
            </a:r>
          </a:p>
          <a:p>
            <a:pPr marL="0" indent="0">
              <a:buNone/>
            </a:pPr>
            <a:r>
              <a:rPr lang="en-IN" dirty="0"/>
              <a:t>app.listen(3000);</a:t>
            </a:r>
          </a:p>
        </p:txBody>
      </p:sp>
    </p:spTree>
    <p:extLst>
      <p:ext uri="{BB962C8B-B14F-4D97-AF65-F5344CB8AC3E}">
        <p14:creationId xmlns:p14="http://schemas.microsoft.com/office/powerpoint/2010/main" val="23227526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6E80D-7F7E-5E2E-FC8C-55848253D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Middleware with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E2CF3-A695-4144-E962-23F3A3B44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express = require("express");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app = express();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app.use</a:t>
            </a:r>
            <a:r>
              <a:rPr lang="en-IN" dirty="0"/>
              <a:t>((</a:t>
            </a:r>
            <a:r>
              <a:rPr lang="en-IN" dirty="0" err="1"/>
              <a:t>req,res,next</a:t>
            </a:r>
            <a:r>
              <a:rPr lang="en-IN" dirty="0"/>
              <a:t>)=&gt;{</a:t>
            </a:r>
          </a:p>
          <a:p>
            <a:pPr marL="0" indent="0">
              <a:buNone/>
            </a:pPr>
            <a:r>
              <a:rPr lang="en-IN" dirty="0"/>
              <a:t>    console.log("</a:t>
            </a:r>
            <a:r>
              <a:rPr lang="en-IN" dirty="0" err="1"/>
              <a:t>Time:",new</a:t>
            </a:r>
            <a:r>
              <a:rPr lang="en-IN" dirty="0"/>
              <a:t> Date());</a:t>
            </a:r>
          </a:p>
          <a:p>
            <a:pPr marL="0" indent="0">
              <a:buNone/>
            </a:pPr>
            <a:r>
              <a:rPr lang="en-IN" dirty="0"/>
              <a:t>    next();</a:t>
            </a:r>
          </a:p>
          <a:p>
            <a:pPr marL="0" indent="0">
              <a:buNone/>
            </a:pPr>
            <a:r>
              <a:rPr lang="en-IN" dirty="0"/>
              <a:t>});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app.get("/",(</a:t>
            </a:r>
            <a:r>
              <a:rPr lang="en-IN" dirty="0" err="1"/>
              <a:t>req,res</a:t>
            </a:r>
            <a:r>
              <a:rPr lang="en-IN" dirty="0"/>
              <a:t>)=&gt;{</a:t>
            </a:r>
          </a:p>
          <a:p>
            <a:pPr marL="0" indent="0">
              <a:buNone/>
            </a:pPr>
            <a:r>
              <a:rPr lang="en-IN" dirty="0"/>
              <a:t>    res.send("Hello Express");</a:t>
            </a:r>
          </a:p>
          <a:p>
            <a:pPr marL="0" indent="0">
              <a:buNone/>
            </a:pPr>
            <a:r>
              <a:rPr lang="en-IN" dirty="0"/>
              <a:t>});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/>
              <a:t>app.listen(3000);</a:t>
            </a:r>
          </a:p>
        </p:txBody>
      </p:sp>
    </p:spTree>
    <p:extLst>
      <p:ext uri="{BB962C8B-B14F-4D97-AF65-F5344CB8AC3E}">
        <p14:creationId xmlns:p14="http://schemas.microsoft.com/office/powerpoint/2010/main" val="3643103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939</Words>
  <Application>Microsoft Office PowerPoint</Application>
  <PresentationFormat>Widescreen</PresentationFormat>
  <Paragraphs>179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FSD lab</vt:lpstr>
      <vt:lpstr>Install Node.js</vt:lpstr>
      <vt:lpstr>Install Visual Studio Code</vt:lpstr>
      <vt:lpstr>Install Postman </vt:lpstr>
      <vt:lpstr>Install Git</vt:lpstr>
      <vt:lpstr>PowerPoint Presentation</vt:lpstr>
      <vt:lpstr>Setup server, create a file app.js</vt:lpstr>
      <vt:lpstr>Define a Route</vt:lpstr>
      <vt:lpstr>Multiple Routes (Handling Routes)</vt:lpstr>
      <vt:lpstr>Route Parameters</vt:lpstr>
      <vt:lpstr>Query Parameters</vt:lpstr>
      <vt:lpstr>URL Building</vt:lpstr>
      <vt:lpstr>HTTP GET Method</vt:lpstr>
      <vt:lpstr>HTTP POST Method (Accept Data)</vt:lpstr>
      <vt:lpstr>Hit the API from psotman</vt:lpstr>
      <vt:lpstr>HTTP DELETE Method</vt:lpstr>
      <vt:lpstr>Middleware</vt:lpstr>
      <vt:lpstr>Middleware with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sambasivarao kurakula</dc:creator>
  <cp:lastModifiedBy>sambasivarao kurakula</cp:lastModifiedBy>
  <cp:revision>22</cp:revision>
  <dcterms:created xsi:type="dcterms:W3CDTF">2026-07-18T01:18:12Z</dcterms:created>
  <dcterms:modified xsi:type="dcterms:W3CDTF">2026-07-18T01:35:58Z</dcterms:modified>
</cp:coreProperties>
</file>